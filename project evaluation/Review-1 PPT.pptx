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62" r:id="rId3"/>
    <p:sldId id="707" r:id="rId4"/>
    <p:sldId id="257" r:id="rId5"/>
    <p:sldId id="902" r:id="rId6"/>
    <p:sldId id="259" r:id="rId7"/>
    <p:sldId id="260" r:id="rId8"/>
    <p:sldId id="90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52"/>
  </p:normalViewPr>
  <p:slideViewPr>
    <p:cSldViewPr snapToGrid="0">
      <p:cViewPr varScale="1">
        <p:scale>
          <a:sx n="65" d="100"/>
          <a:sy n="65" d="100"/>
        </p:scale>
        <p:origin x="6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August 19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xmlns="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450306"/>
              </p:ext>
            </p:extLst>
          </p:nvPr>
        </p:nvGraphicFramePr>
        <p:xfrm>
          <a:off x="8193271" y="4898509"/>
          <a:ext cx="370205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xmlns="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V.Varshita</a:t>
                      </a:r>
                      <a:r>
                        <a:rPr lang="en-IN" sz="1600" b="1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2420030230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M.Vaishnavi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2420030665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Vokitha.T</a:t>
                      </a:r>
                      <a:r>
                        <a:rPr lang="en-US" sz="1400" b="1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- 2420030462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xmlns="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xmlns="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xmlns="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xmlns="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xmlns="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xmlns="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xmlns="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xmlns="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29 September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xmlns="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xmlns="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AgriGuardian AI: An SOA-Based </a:t>
            </a:r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Agentic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Framework for Carbon-Aware Autonomous Irrigation in Paddy Cultivation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 September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/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xmlns="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xmlns="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xmlns="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xmlns="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xmlns="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xmlns="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xmlns="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xmlns="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xmlns="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xmlns="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00391" y="1816283"/>
            <a:ext cx="1096307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Paddy cultivation often relies on manual or fixed-schedule irrigation, which can lead to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wastage, unnecessary energy consumption, and increased carbon emissions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Existing smart irrigation systems mainly focus on soil moisture and do not fully consider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weather conditions, crop requirements, energy use, and carbon impact together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AgriGuardian AI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aims to address this problem by developing an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SOA-based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agentic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framework that autonomously analyzes multiple factors, selects the most sustainable irrigation time, and makes explainable irrigation decisions while minimizing water, energy, and carbon impact.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1335552"/>
              </p:ext>
            </p:extLst>
          </p:nvPr>
        </p:nvGraphicFramePr>
        <p:xfrm>
          <a:off x="274646" y="854836"/>
          <a:ext cx="11642705" cy="483893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xmlns="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 err="1"/>
                        <a:t>Kamienski</a:t>
                      </a:r>
                      <a:r>
                        <a:rPr lang="en-IN" sz="1600" dirty="0"/>
                        <a:t> et al.</a:t>
                      </a:r>
                      <a:endParaRPr lang="en-IN" sz="16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Smart Water Management for Agriculture</a:t>
                      </a:r>
                      <a:endParaRPr lang="en-IN" sz="16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err="1"/>
                        <a:t>IoT</a:t>
                      </a:r>
                      <a:r>
                        <a:rPr lang="en-US" sz="1600"/>
                        <a:t>-based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smart </a:t>
                      </a:r>
                      <a:r>
                        <a:rPr lang="en-US" sz="1600" dirty="0"/>
                        <a:t>agriculture and water management</a:t>
                      </a:r>
                      <a:endParaRPr lang="en-US" sz="16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IoT</a:t>
                      </a:r>
                      <a:r>
                        <a:rPr lang="en-US" sz="1600" dirty="0"/>
                        <a:t> enables collection and integration of agricultural information</a:t>
                      </a:r>
                      <a:endParaRPr lang="en-US" sz="16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Autonomous decision-making and broader optimization remain challenges</a:t>
                      </a:r>
                      <a:endParaRPr lang="en-US" sz="16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/>
                        <a:t>Proposed </a:t>
                      </a:r>
                      <a:r>
                        <a:rPr lang="en-IN" sz="1600" dirty="0" err="1"/>
                        <a:t>AgriGuardian</a:t>
                      </a:r>
                      <a:r>
                        <a:rPr lang="en-IN" sz="1600" dirty="0"/>
                        <a:t> AI</a:t>
                      </a:r>
                      <a:endParaRPr lang="en-IN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Carbon-Aware Autonomous Irrigation</a:t>
                      </a:r>
                      <a:endParaRPr lang="en-IN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SOA + </a:t>
                      </a:r>
                      <a:r>
                        <a:rPr lang="en-US" sz="1600" dirty="0" err="1"/>
                        <a:t>Agentic</a:t>
                      </a:r>
                      <a:r>
                        <a:rPr lang="en-US" sz="1600" dirty="0"/>
                        <a:t> AI + </a:t>
                      </a:r>
                      <a:r>
                        <a:rPr lang="en-US" sz="1600" dirty="0" err="1"/>
                        <a:t>IoT</a:t>
                      </a:r>
                      <a:r>
                        <a:rPr lang="en-US" sz="1600" dirty="0"/>
                        <a:t> + carbon-aware optimization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Enables modular autonomous irrigation decisions considering multiple factors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Requires field-level validation and calibration</a:t>
                      </a:r>
                      <a:endParaRPr lang="en-US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/>
                        <a:t>Elijah et al.</a:t>
                      </a:r>
                      <a:endParaRPr lang="en-IN" sz="16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IoT</a:t>
                      </a:r>
                      <a:r>
                        <a:rPr lang="en-IN" sz="1600" dirty="0"/>
                        <a:t> and Smart Agriculture</a:t>
                      </a:r>
                      <a:endParaRPr lang="en-IN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IoT</a:t>
                      </a:r>
                      <a:r>
                        <a:rPr lang="en-US" sz="1600" dirty="0"/>
                        <a:t>-enabled agricultural monitoring and automation</a:t>
                      </a:r>
                      <a:endParaRPr lang="en-US" sz="16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IoT</a:t>
                      </a:r>
                      <a:r>
                        <a:rPr lang="en-IN" sz="1600" dirty="0"/>
                        <a:t> improves agricultural data collection and automation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Security, scalability and intelligent decision-making require further development</a:t>
                      </a:r>
                      <a:endParaRPr lang="en-US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29 September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4387226-F29E-0041-5581-4EF07C7198F1}"/>
              </a:ext>
            </a:extLst>
          </p:cNvPr>
          <p:cNvSpPr txBox="1"/>
          <p:nvPr/>
        </p:nvSpPr>
        <p:spPr>
          <a:xfrm>
            <a:off x="1202396" y="267322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99649" y="1852164"/>
            <a:ext cx="104315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🔹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Innovation: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does not simply decide whether to irrigate; it determines the most suitable time to irrigate.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considers soil moisture, crop water requirement, weather forecast, energy consumption, and carbon impact before selecting an irrigation window.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9649" y="3343598"/>
            <a:ext cx="87288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🔹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Creativity: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 multiple possible irrigation windows, such as Now, +2 Hours, +4 Hours.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Calculate a Sustainability Score for each window based on water, energy, weather, and carbon factors.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99649" y="4835032"/>
            <a:ext cx="1088724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Novelty: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key novelty is a carbon-aware irrigation scheduling mechanism that autonomously selects the most sustainable irrigation window instead of using fixed schedules or simple soil-moisture thresholds.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EF7CE10-08D9-83CF-7508-12575531E1E0}"/>
              </a:ext>
            </a:extLst>
          </p:cNvPr>
          <p:cNvSpPr txBox="1"/>
          <p:nvPr/>
        </p:nvSpPr>
        <p:spPr>
          <a:xfrm>
            <a:off x="1710709" y="268607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8807" y="1122408"/>
            <a:ext cx="1132948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Feasibility: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sensors can collect soil moisture, temperature, humidity and water-level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AI/ML models can predict irrigation requirements.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agents can analyze soil, weather, crop and carbon factors.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SOA and REST APIs allow independent services to communicate.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web dashboard can display field conditions, irrigation decisions and carbon impact.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prototype can initially use simulated sensor data, making development easier. 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/>
              <a:t>2.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 Feasibility: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Uses low-cost components such as ESP32/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Arduino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basic sensors.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Open-source software and ML libraries can reduce development cost.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simulation-based prototype can be developed without expensive agricultural equipment.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Operational Feasibility: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reduces manual monitoring.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Farmers can view irrigation status through a dashboard.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can automatically recommend the best irrigation window.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Each decision can include a simple explanation and sustainability score. 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949" y="-243191"/>
            <a:ext cx="105156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Project Plan</a:t>
            </a:r>
            <a:endParaRPr lang="en-IN" b="1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746861"/>
              </p:ext>
            </p:extLst>
          </p:nvPr>
        </p:nvGraphicFramePr>
        <p:xfrm>
          <a:off x="1177046" y="1031136"/>
          <a:ext cx="10165404" cy="5612854"/>
        </p:xfrm>
        <a:graphic>
          <a:graphicData uri="http://schemas.openxmlformats.org/drawingml/2006/table">
            <a:tbl>
              <a:tblPr/>
              <a:tblGrid>
                <a:gridCol w="240273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742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8846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70499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Major Activities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Timeline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1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Literature survey, problem identification &amp; requirements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1–2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SOA architecture and system design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3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3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 preparation &amp; sensor-data simulation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4–5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4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Irrigation prediction model development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6–7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agent development — Soil, Weather, Crop &amp; Carbon Agents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8–9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6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Carbon-aware irrigation window optimization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7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SOA service integration and REST APIs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11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8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Dashboard and visualization development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9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Testing, comparison and performance evaluation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13–14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10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Documentation, results and final presentation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667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688</Words>
  <Application>Microsoft Office PowerPoint</Application>
  <PresentationFormat>Widescreen</PresentationFormat>
  <Paragraphs>137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Calibri</vt:lpstr>
      <vt:lpstr>Calibri Light</vt:lpstr>
      <vt:lpstr>Cambria</vt:lpstr>
      <vt:lpstr>Poppins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Plan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Microsoft account</cp:lastModifiedBy>
  <cp:revision>38</cp:revision>
  <dcterms:created xsi:type="dcterms:W3CDTF">2026-08-08T06:33:56Z</dcterms:created>
  <dcterms:modified xsi:type="dcterms:W3CDTF">2026-09-29T04:45:57Z</dcterms:modified>
</cp:coreProperties>
</file>